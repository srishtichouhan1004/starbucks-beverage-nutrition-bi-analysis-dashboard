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428B1-1FBD-9856-E6D5-B03E805E9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70A8A-F737-86A6-87B3-8C10A63EA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BB14F-040A-E367-DFBC-225E319B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017FE-2BC7-6E53-EF60-6092E1CB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85FB3-BE75-5A31-61A3-E549ABE9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67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36DC-03DF-D555-27DB-C0B000D62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D95CD-089B-6228-95D0-3CCFAC53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43E69-5029-3E9B-0B41-E433FEA39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4A7B6-3612-E6BF-B7A3-F4C5449B4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68011-D0F6-767F-8C7D-7753658D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458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A2B0-E72A-102D-AFF5-52E3FCFD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8B556-3D2E-801B-B38D-D3D61E6AE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E72EA-E2AF-9C05-3431-2230FD04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5C15C-17C1-0FC7-A619-710DC160B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62C51-619A-BDB0-8634-A6045E14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75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FEC8-6B73-6FE0-84BE-40820577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4403-C8C5-28C4-A0C7-10CB07C797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1962B-79B2-165C-50CC-7411A5BB8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7AFE81-44FC-4B02-6358-129D393B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A03D2-8F1B-A172-C879-91DEB88DD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1C666-4AE7-D0A7-799E-3F230F2A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27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16ABF-DE20-1241-F9A1-611617E39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0092A-33D8-FE4D-3331-CD7AFCB08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B1846-EA65-0448-FA28-6C0860E91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F713F-DCFB-33AC-DD66-D4A596081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5C6AE-3CC2-8E30-CAE6-7714433B4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0E76EA-1FE5-F195-E6E8-5B84BDDF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5C2CE-D91F-3363-0F25-D40D12919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4BC1E-019C-6AA0-8D41-086B40276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7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2576-EA43-CD2A-B44A-0AD2EC6C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6F6E7-DE82-BEAA-452F-D4D4FD68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748F2-A0E5-6E4E-A58A-387007CBB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12B4B-AFBD-F09E-2140-AE82281D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64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158F4-8FDB-E0BB-845A-1E8AAB916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70CD9-A973-274E-0C5E-04A96BE6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67EFC-3DE5-CF86-BD7C-CBD865817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479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3D67-6AF5-F59A-4945-73BDB6F5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3777-BBAD-1CC9-F5FB-EB4E055BC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74F01-DEE5-5484-0E87-B01D2B70F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2D27F-0C9F-71CA-E24D-0E2A7E511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89986-F901-BED3-1F4E-4566EC3E0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31114-0320-26CB-7592-D370ECD4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2D5EE-B40F-E769-ABD1-6FA8DCB62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A7BD95-F2D8-9B49-6DD2-7EEC8F9A3C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1F465-3975-D4F8-D04A-B62D888E2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A59D7-7D91-9E62-994E-7B4F6B7A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EB39-4E1C-6178-0159-CE254372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06F04-C6DA-9898-A42B-B27B457B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24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86D77-40DE-709E-B701-63802D73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C5F72-FCD5-41CE-3479-FB7B294F2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5CB1-8A2E-F8D5-A99D-3AEE0A46B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1389-C195-BFB6-983B-4F60B72C6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F4409-74E4-D818-DC00-5D1C09D4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97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A9FD4-D0AA-6AB0-D4D8-49ED2D0B74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98498-4B67-BB4E-1B03-B8B90C2D0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6185B-221A-FFBF-D3B5-B10121C5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BF6B0-8500-FB0E-09F2-75CCDDF6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B497-7F98-02E5-0C0D-56EA3880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419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C857B9-16AF-0E8E-095D-3DD5552D4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5C6BC-CECF-3782-F4F6-9B2ACDCA8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CBC-7552-3BBA-0A26-8B4FC6D81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614D9-09E2-4A24-B1A9-154846AADB4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0A96B-C918-34B5-359B-6BDF263BE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448BA-0CB8-51E6-A60E-BAAD10128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7B6B1-1E0F-4B35-9AAD-E4C182607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73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73D9-6415-8DF9-2E24-6095B3FA79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913A6-EA2D-EDC4-85C4-A23B008020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87449-53EA-C057-5B60-C16D8C33F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57" b="6498"/>
          <a:stretch>
            <a:fillRect/>
          </a:stretch>
        </p:blipFill>
        <p:spPr>
          <a:xfrm>
            <a:off x="0" y="312516"/>
            <a:ext cx="12192000" cy="609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3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srishti chouhan</dc:creator>
  <cp:lastModifiedBy>srishti chouhan</cp:lastModifiedBy>
  <cp:revision>1</cp:revision>
  <dcterms:created xsi:type="dcterms:W3CDTF">2026-09-21T10:00:21Z</dcterms:created>
  <dcterms:modified xsi:type="dcterms:W3CDTF">2026-09-21T10:00:41Z</dcterms:modified>
</cp:coreProperties>
</file>